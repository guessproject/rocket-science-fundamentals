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9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4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52FE-5F1E-D611-E7AE-D5E82706FA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82D985-7743-0BF3-3059-ADD724AE6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C033D-8D2B-B7BC-161A-EFD29A7E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358B-5155-4F62-92A7-BCFC94930347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109EE-586F-63D4-E2AA-74383B41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59B20-04F7-04F0-A456-339DE7F8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C71D-1BFC-42E3-A68D-DCABB4F05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022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C97BD-E713-1928-466D-AB9F6E030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21AF5-1F09-70A6-2FA4-68CC19AB3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CA217-51C9-7EF7-7520-10694A27E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358B-5155-4F62-92A7-BCFC94930347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ABCD5-136E-96E5-460D-C008A19A6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935C0-E2D3-2888-113F-68FED588B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C71D-1BFC-42E3-A68D-DCABB4F05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3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E8197-9883-FDF4-7FE0-5A0DE078F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35357-9E2B-4CD7-5B33-7EA50AD8A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C0417-D377-FDE6-0068-E8BBBAB77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358B-5155-4F62-92A7-BCFC94930347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B2989-FC00-F07E-BE23-5B99E82DE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401A0-FCBD-E22D-6A05-70291D823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C71D-1BFC-42E3-A68D-DCABB4F05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673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49400-D32A-CAEF-1E1E-2158E4DF9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39379-A604-926D-51D1-B90113629F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4EF2B0-835B-9AF4-5E31-FC5163E15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EC540-1BCF-6087-F16A-F4AD0CB8C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358B-5155-4F62-92A7-BCFC94930347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3A988-DEC7-EDB0-D3A6-248E8EAD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E1039-FDDF-8914-5E0B-4D1D85FA9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C71D-1BFC-42E3-A68D-DCABB4F05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52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AD775-7FDE-79D6-B2D4-0829D7512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A1AE2-0F38-9F72-FDCA-5E85885CD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AEAA5-25CF-36AB-7899-B1B73E14A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593E2A-2096-71CD-010C-97ADF5C4C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A082E9-CA14-CF4E-0745-A355336E0D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3EDBCA-6D2F-B791-4352-4BEA0C755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358B-5155-4F62-92A7-BCFC94930347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F44D01-895E-6FFA-29D9-C5AE2D5A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1B9A75-222F-9D45-B3DC-5B2189CE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C71D-1BFC-42E3-A68D-DCABB4F05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21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CAB5-5D1F-913A-6C6D-A859C9927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3E3B0-6543-4556-9664-064A11D30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358B-5155-4F62-92A7-BCFC94930347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ADC47-F1CD-8616-DB59-7199E987F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078EA2-A263-13C5-94B7-8988BC5D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C71D-1BFC-42E3-A68D-DCABB4F05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60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EEECF0-C7C7-8A97-824A-06F5C33E1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358B-5155-4F62-92A7-BCFC94930347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78997A-A171-B0B1-C120-72EF87993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233B0-785F-15A0-81E0-0DA908122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C71D-1BFC-42E3-A68D-DCABB4F05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39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472DF-5CE5-BBA9-035E-D11A6B698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718EA-54CF-A812-69E0-15B1F627D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5A00A-5039-D47B-9F0F-A963E5CBB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28079-159F-7F09-2927-E31B0BE6E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358B-5155-4F62-92A7-BCFC94930347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E6C19-FD0D-898E-C225-BBB137EDC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A3CA7-0082-2DD2-1E58-27E51B6B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C71D-1BFC-42E3-A68D-DCABB4F05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78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6F36-23FA-71AF-8BC8-D83B5D147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AB5A2D-0EDA-185D-1EFF-602F41982B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8FC9C-41E8-C886-6983-F8CB94512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E3B0C-3C63-A1EF-7ABB-9B048FB0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358B-5155-4F62-92A7-BCFC94930347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6BB5C-F14A-56C0-1C0C-09A4AB55E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75754-9657-84D3-8D6E-9D3D1D97A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C71D-1BFC-42E3-A68D-DCABB4F05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83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8EC95-5593-A1E4-1AFB-01F435C78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3E468-033E-1B64-045D-EF367301F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A7B8C-E1EE-6563-0E77-3944810B1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358B-5155-4F62-92A7-BCFC94930347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4F958-7987-59B6-D060-4097A9FAC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F6905-2A13-2C76-7F1E-26BC23E50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C71D-1BFC-42E3-A68D-DCABB4F05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5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7FB99A-B944-68DA-9EB0-2F38B8E2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B594E-C908-C53A-517B-F6BD24C23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AF808-79FF-2B41-C9A8-F6162E48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358B-5155-4F62-92A7-BCFC94930347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66152-6C36-2996-544A-98B4BD44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89BDD-6A32-1CF7-8A72-E6F483C1E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C71D-1BFC-42E3-A68D-DCABB4F05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5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FF4E74-5B66-E569-3D6E-6CB354C5B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8784D-2425-9BE6-7BD1-A2FDDFBF0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A85E6-17EB-5105-B6FE-F8F3B464A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05358B-5155-4F62-92A7-BCFC94930347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63BC3-590B-CCC3-916E-6E7C912893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A0165-C3E5-17F4-361E-AD9CF97C2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7C71D-1BFC-42E3-A68D-DCABB4F05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34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03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A collage of two people&#10;&#10;AI-generated content may be incorrect.">
            <a:extLst>
              <a:ext uri="{FF2B5EF4-FFF2-40B4-BE49-F238E27FC236}">
                <a16:creationId xmlns:a16="http://schemas.microsoft.com/office/drawing/2014/main" id="{B588B226-160D-3DE6-8B9D-6E16D9988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54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768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FFD7AE-39B2-D676-A5ED-BC0C095BA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36" y="135570"/>
            <a:ext cx="11284929" cy="6586860"/>
          </a:xfrm>
          <a:prstGeom prst="rect">
            <a:avLst/>
          </a:prstGeom>
        </p:spPr>
      </p:pic>
      <p:sp>
        <p:nvSpPr>
          <p:cNvPr id="6" name="Callout: Bent Line 5">
            <a:extLst>
              <a:ext uri="{FF2B5EF4-FFF2-40B4-BE49-F238E27FC236}">
                <a16:creationId xmlns:a16="http://schemas.microsoft.com/office/drawing/2014/main" id="{E0AEC5D5-32A5-4AF2-BE1B-C6B00A49DFD0}"/>
              </a:ext>
            </a:extLst>
          </p:cNvPr>
          <p:cNvSpPr/>
          <p:nvPr/>
        </p:nvSpPr>
        <p:spPr>
          <a:xfrm>
            <a:off x="1483899" y="2658122"/>
            <a:ext cx="343437" cy="26284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85275"/>
              <a:gd name="adj6" fmla="val -229511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A44ADF9F-6C9F-ABDF-61CB-0B2019DF7F04}"/>
              </a:ext>
            </a:extLst>
          </p:cNvPr>
          <p:cNvSpPr/>
          <p:nvPr/>
        </p:nvSpPr>
        <p:spPr>
          <a:xfrm>
            <a:off x="4289445" y="3166153"/>
            <a:ext cx="343437" cy="26284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08846"/>
              <a:gd name="adj6" fmla="val -185135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010CFF06-4D33-0881-DFB7-83526702E37A}"/>
              </a:ext>
            </a:extLst>
          </p:cNvPr>
          <p:cNvSpPr/>
          <p:nvPr/>
        </p:nvSpPr>
        <p:spPr>
          <a:xfrm>
            <a:off x="9020772" y="1542830"/>
            <a:ext cx="343437" cy="26284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4012"/>
              <a:gd name="adj6" fmla="val -253715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Callout: Bent Line 8">
            <a:extLst>
              <a:ext uri="{FF2B5EF4-FFF2-40B4-BE49-F238E27FC236}">
                <a16:creationId xmlns:a16="http://schemas.microsoft.com/office/drawing/2014/main" id="{4F298877-2E97-EC72-DA7E-960E0CA78624}"/>
              </a:ext>
            </a:extLst>
          </p:cNvPr>
          <p:cNvSpPr/>
          <p:nvPr/>
        </p:nvSpPr>
        <p:spPr>
          <a:xfrm>
            <a:off x="7953972" y="5851594"/>
            <a:ext cx="343437" cy="26284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4012"/>
              <a:gd name="adj6" fmla="val -253715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09887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40C3B9-A69D-2A86-9F43-6C1C0B683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961" y="460224"/>
            <a:ext cx="4148070" cy="5687291"/>
          </a:xfrm>
          <a:prstGeom prst="rect">
            <a:avLst/>
          </a:prstGeom>
        </p:spPr>
      </p:pic>
      <p:sp>
        <p:nvSpPr>
          <p:cNvPr id="6" name="Callout: Bent Line 5">
            <a:extLst>
              <a:ext uri="{FF2B5EF4-FFF2-40B4-BE49-F238E27FC236}">
                <a16:creationId xmlns:a16="http://schemas.microsoft.com/office/drawing/2014/main" id="{78E45620-3070-0BA8-1140-752ED3C5314B}"/>
              </a:ext>
            </a:extLst>
          </p:cNvPr>
          <p:cNvSpPr/>
          <p:nvPr/>
        </p:nvSpPr>
        <p:spPr>
          <a:xfrm>
            <a:off x="5924281" y="1688303"/>
            <a:ext cx="343437" cy="26284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4012"/>
              <a:gd name="adj6" fmla="val -253715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5E64B19B-B1EF-0B59-FE9A-3D6867ED894E}"/>
              </a:ext>
            </a:extLst>
          </p:cNvPr>
          <p:cNvSpPr/>
          <p:nvPr/>
        </p:nvSpPr>
        <p:spPr>
          <a:xfrm>
            <a:off x="5520742" y="2929260"/>
            <a:ext cx="343437" cy="26284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05703"/>
              <a:gd name="adj6" fmla="val -398090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219D9989-9AD7-1740-DA53-EAB3E23FB5FE}"/>
              </a:ext>
            </a:extLst>
          </p:cNvPr>
          <p:cNvSpPr/>
          <p:nvPr/>
        </p:nvSpPr>
        <p:spPr>
          <a:xfrm>
            <a:off x="5312533" y="4406963"/>
            <a:ext cx="343437" cy="26284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07881"/>
              <a:gd name="adj6" fmla="val -341840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Callout: Bent Line 8">
            <a:extLst>
              <a:ext uri="{FF2B5EF4-FFF2-40B4-BE49-F238E27FC236}">
                <a16:creationId xmlns:a16="http://schemas.microsoft.com/office/drawing/2014/main" id="{F87651E2-F638-DBB8-9434-AD11B7596AA0}"/>
              </a:ext>
            </a:extLst>
          </p:cNvPr>
          <p:cNvSpPr/>
          <p:nvPr/>
        </p:nvSpPr>
        <p:spPr>
          <a:xfrm>
            <a:off x="5806224" y="5038273"/>
            <a:ext cx="343437" cy="26284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0932"/>
              <a:gd name="adj6" fmla="val -446840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96867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101D5A3BBC514F923C9EA42D2904BC" ma:contentTypeVersion="11" ma:contentTypeDescription="Create a new document." ma:contentTypeScope="" ma:versionID="7c486fe0cfd847ac098a0625f8436b51">
  <xsd:schema xmlns:xsd="http://www.w3.org/2001/XMLSchema" xmlns:xs="http://www.w3.org/2001/XMLSchema" xmlns:p="http://schemas.microsoft.com/office/2006/metadata/properties" xmlns:ns2="16f8278d-ac43-4e95-a65a-893eaa7d650f" xmlns:ns3="f0f93453-228c-4c8e-9dc9-eac8a2519d5b" targetNamespace="http://schemas.microsoft.com/office/2006/metadata/properties" ma:root="true" ma:fieldsID="afc0bdc0b1c938cf118447a9d121143f" ns2:_="" ns3:_="">
    <xsd:import namespace="16f8278d-ac43-4e95-a65a-893eaa7d650f"/>
    <xsd:import namespace="f0f93453-228c-4c8e-9dc9-eac8a2519d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f8278d-ac43-4e95-a65a-893eaa7d65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a8c50269-1cd4-4ba9-9246-56d290a07f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f93453-228c-4c8e-9dc9-eac8a2519d5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95c1a01-1cec-4646-93c1-fdb19a6352cf}" ma:internalName="TaxCatchAll" ma:showField="CatchAllData" ma:web="f0f93453-228c-4c8e-9dc9-eac8a2519d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6f8278d-ac43-4e95-a65a-893eaa7d650f">
      <Terms xmlns="http://schemas.microsoft.com/office/infopath/2007/PartnerControls"/>
    </lcf76f155ced4ddcb4097134ff3c332f>
    <TaxCatchAll xmlns="f0f93453-228c-4c8e-9dc9-eac8a2519d5b" xsi:nil="true"/>
  </documentManagement>
</p:properties>
</file>

<file path=customXml/itemProps1.xml><?xml version="1.0" encoding="utf-8"?>
<ds:datastoreItem xmlns:ds="http://schemas.openxmlformats.org/officeDocument/2006/customXml" ds:itemID="{5954FA87-8F8C-4D7A-A30E-B45DA8DDDDE0}"/>
</file>

<file path=customXml/itemProps2.xml><?xml version="1.0" encoding="utf-8"?>
<ds:datastoreItem xmlns:ds="http://schemas.openxmlformats.org/officeDocument/2006/customXml" ds:itemID="{F4F8AB39-8B9D-4B0C-AB7F-CB7AED8CA9FE}"/>
</file>

<file path=customXml/itemProps3.xml><?xml version="1.0" encoding="utf-8"?>
<ds:datastoreItem xmlns:ds="http://schemas.openxmlformats.org/officeDocument/2006/customXml" ds:itemID="{F73F9161-5556-4EBF-8C2E-5C8A7FB41F4C}"/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8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Ansys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Giuseppe Corrao</dc:creator>
  <cp:lastModifiedBy>Giuseppe Corrao</cp:lastModifiedBy>
  <cp:revision>2</cp:revision>
  <dcterms:created xsi:type="dcterms:W3CDTF">2025-02-27T08:25:16Z</dcterms:created>
  <dcterms:modified xsi:type="dcterms:W3CDTF">2025-02-27T14:17:13Z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0x01010064101D5A3BBC514F923C9EA42D2904BC</vt:lpwstr>
  </property>
</Properties>
</file>